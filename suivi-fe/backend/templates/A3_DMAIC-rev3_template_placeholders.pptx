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333038" cy="7561263"/>
  <p:notesSz cx="6799263" cy="9985375"/>
  <p:defaultTextStyle>
    <a:defPPr>
      <a:defRPr lang="fr-FR"/>
    </a:defPPr>
    <a:lvl1pPr marL="0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1186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2372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33558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44744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55930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67117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78302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89489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2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7A7C6-B111-42AB-85A3-3F3C76B01B3B}" v="27" dt="2026-01-26T14:24:48.692"/>
    <p1510:client id="{DA616259-7C4D-4006-B1F9-8C7C15948050}" v="24" dt="2026-01-26T07:58:12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9" autoAdjust="0"/>
    <p:restoredTop sz="95380" autoAdjust="0"/>
  </p:normalViewPr>
  <p:slideViewPr>
    <p:cSldViewPr snapToGrid="0">
      <p:cViewPr varScale="1">
        <p:scale>
          <a:sx n="100" d="100"/>
          <a:sy n="100" d="100"/>
        </p:scale>
        <p:origin x="1818" y="96"/>
      </p:cViewPr>
      <p:guideLst>
        <p:guide orient="horz" pos="2382"/>
        <p:guide pos="325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-3918" y="-102"/>
      </p:cViewPr>
      <p:guideLst>
        <p:guide orient="horz" pos="3144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-Shih Abdelhak" userId="f9bc5f4d-08c2-4901-b100-2d13846f724d" providerId="ADAL" clId="{9F6D5594-9459-429D-9345-BD0BC31A432C}"/>
    <pc:docChg chg="undo custSel modSld">
      <pc:chgData name="Es-Shih Abdelhak" userId="f9bc5f4d-08c2-4901-b100-2d13846f724d" providerId="ADAL" clId="{9F6D5594-9459-429D-9345-BD0BC31A432C}" dt="2026-01-26T14:32:10.428" v="149" actId="20577"/>
      <pc:docMkLst>
        <pc:docMk/>
      </pc:docMkLst>
      <pc:sldChg chg="addSp modSp mod">
        <pc:chgData name="Es-Shih Abdelhak" userId="f9bc5f4d-08c2-4901-b100-2d13846f724d" providerId="ADAL" clId="{9F6D5594-9459-429D-9345-BD0BC31A432C}" dt="2026-01-26T14:32:10.428" v="149" actId="20577"/>
        <pc:sldMkLst>
          <pc:docMk/>
          <pc:sldMk cId="3703069179" sldId="256"/>
        </pc:sldMkLst>
        <pc:spChg chg="mod">
          <ac:chgData name="Es-Shih Abdelhak" userId="f9bc5f4d-08c2-4901-b100-2d13846f724d" providerId="ADAL" clId="{9F6D5594-9459-429D-9345-BD0BC31A432C}" dt="2026-01-26T10:00:27.487" v="76" actId="1076"/>
          <ac:spMkLst>
            <pc:docMk/>
            <pc:sldMk cId="3703069179" sldId="256"/>
            <ac:spMk id="5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09:59:26.231" v="68" actId="14100"/>
          <ac:spMkLst>
            <pc:docMk/>
            <pc:sldMk cId="3703069179" sldId="256"/>
            <ac:spMk id="52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10:02:00.488" v="85" actId="14100"/>
          <ac:spMkLst>
            <pc:docMk/>
            <pc:sldMk cId="3703069179" sldId="256"/>
            <ac:spMk id="59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10:00:11.319" v="74" actId="1076"/>
          <ac:spMkLst>
            <pc:docMk/>
            <pc:sldMk cId="3703069179" sldId="256"/>
            <ac:spMk id="62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10:00:31.597" v="77" actId="1076"/>
          <ac:spMkLst>
            <pc:docMk/>
            <pc:sldMk cId="3703069179" sldId="256"/>
            <ac:spMk id="64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10:00:15.581" v="75" actId="1076"/>
          <ac:spMkLst>
            <pc:docMk/>
            <pc:sldMk cId="3703069179" sldId="256"/>
            <ac:spMk id="67" creationId="{00000000-0000-0000-0000-000000000000}"/>
          </ac:spMkLst>
        </pc:spChg>
        <pc:spChg chg="mod">
          <ac:chgData name="Es-Shih Abdelhak" userId="f9bc5f4d-08c2-4901-b100-2d13846f724d" providerId="ADAL" clId="{9F6D5594-9459-429D-9345-BD0BC31A432C}" dt="2026-01-26T10:02:14.625" v="87" actId="404"/>
          <ac:spMkLst>
            <pc:docMk/>
            <pc:sldMk cId="3703069179" sldId="256"/>
            <ac:spMk id="68" creationId="{00000000-0000-0000-0000-000000000000}"/>
          </ac:spMkLst>
        </pc:spChg>
        <pc:grpChg chg="mod">
          <ac:chgData name="Es-Shih Abdelhak" userId="f9bc5f4d-08c2-4901-b100-2d13846f724d" providerId="ADAL" clId="{9F6D5594-9459-429D-9345-BD0BC31A432C}" dt="2026-01-26T10:00:38.585" v="78" actId="14100"/>
          <ac:grpSpMkLst>
            <pc:docMk/>
            <pc:sldMk cId="3703069179" sldId="256"/>
            <ac:grpSpMk id="14" creationId="{00000000-0000-0000-0000-000000000000}"/>
          </ac:grpSpMkLst>
        </pc:grpChg>
        <pc:grpChg chg="mod">
          <ac:chgData name="Es-Shih Abdelhak" userId="f9bc5f4d-08c2-4901-b100-2d13846f724d" providerId="ADAL" clId="{9F6D5594-9459-429D-9345-BD0BC31A432C}" dt="2026-01-26T09:59:50.769" v="71" actId="1076"/>
          <ac:grpSpMkLst>
            <pc:docMk/>
            <pc:sldMk cId="3703069179" sldId="256"/>
            <ac:grpSpMk id="56" creationId="{00000000-0000-0000-0000-000000000000}"/>
          </ac:grpSpMkLst>
        </pc:grpChg>
        <pc:graphicFrameChg chg="mod modGraphic">
          <ac:chgData name="Es-Shih Abdelhak" userId="f9bc5f4d-08c2-4901-b100-2d13846f724d" providerId="ADAL" clId="{9F6D5594-9459-429D-9345-BD0BC31A432C}" dt="2026-01-26T09:12:54.544" v="8"/>
          <ac:graphicFrameMkLst>
            <pc:docMk/>
            <pc:sldMk cId="3703069179" sldId="256"/>
            <ac:graphicFrameMk id="11" creationId="{00000000-0000-0000-0000-000000000000}"/>
          </ac:graphicFrameMkLst>
        </pc:graphicFrameChg>
        <pc:graphicFrameChg chg="mod modGraphic">
          <ac:chgData name="Es-Shih Abdelhak" userId="f9bc5f4d-08c2-4901-b100-2d13846f724d" providerId="ADAL" clId="{9F6D5594-9459-429D-9345-BD0BC31A432C}" dt="2026-01-26T10:03:18.024" v="105" actId="1076"/>
          <ac:graphicFrameMkLst>
            <pc:docMk/>
            <pc:sldMk cId="3703069179" sldId="256"/>
            <ac:graphicFrameMk id="12" creationId="{00000000-0000-0000-0000-000000000000}"/>
          </ac:graphicFrameMkLst>
        </pc:graphicFrameChg>
        <pc:graphicFrameChg chg="mod modGraphic">
          <ac:chgData name="Es-Shih Abdelhak" userId="f9bc5f4d-08c2-4901-b100-2d13846f724d" providerId="ADAL" clId="{9F6D5594-9459-429D-9345-BD0BC31A432C}" dt="2026-01-26T14:32:10.428" v="149" actId="20577"/>
          <ac:graphicFrameMkLst>
            <pc:docMk/>
            <pc:sldMk cId="3703069179" sldId="256"/>
            <ac:graphicFrameMk id="13" creationId="{00000000-0000-0000-0000-000000000000}"/>
          </ac:graphicFrameMkLst>
        </pc:graphicFrameChg>
        <pc:graphicFrameChg chg="mod modGraphic">
          <ac:chgData name="Es-Shih Abdelhak" userId="f9bc5f4d-08c2-4901-b100-2d13846f724d" providerId="ADAL" clId="{9F6D5594-9459-429D-9345-BD0BC31A432C}" dt="2026-01-26T09:14:18.466" v="30" actId="20577"/>
          <ac:graphicFrameMkLst>
            <pc:docMk/>
            <pc:sldMk cId="3703069179" sldId="256"/>
            <ac:graphicFrameMk id="55" creationId="{00000000-0000-0000-0000-000000000000}"/>
          </ac:graphicFrameMkLst>
        </pc:graphicFrameChg>
        <pc:graphicFrameChg chg="mod modGraphic">
          <ac:chgData name="Es-Shih Abdelhak" userId="f9bc5f4d-08c2-4901-b100-2d13846f724d" providerId="ADAL" clId="{9F6D5594-9459-429D-9345-BD0BC31A432C}" dt="2026-01-26T09:59:34.219" v="69" actId="14100"/>
          <ac:graphicFrameMkLst>
            <pc:docMk/>
            <pc:sldMk cId="3703069179" sldId="256"/>
            <ac:graphicFrameMk id="61" creationId="{00000000-0000-0000-0000-000000000000}"/>
          </ac:graphicFrameMkLst>
        </pc:graphicFrameChg>
        <pc:cxnChg chg="add mod">
          <ac:chgData name="Es-Shih Abdelhak" userId="f9bc5f4d-08c2-4901-b100-2d13846f724d" providerId="ADAL" clId="{9F6D5594-9459-429D-9345-BD0BC31A432C}" dt="2026-01-26T10:01:25.461" v="82"/>
          <ac:cxnSpMkLst>
            <pc:docMk/>
            <pc:sldMk cId="3703069179" sldId="256"/>
            <ac:cxnSpMk id="19" creationId="{B4F0476D-269E-0218-48E5-3899ED11A76D}"/>
          </ac:cxnSpMkLst>
        </pc:cxnChg>
        <pc:cxnChg chg="add mod">
          <ac:chgData name="Es-Shih Abdelhak" userId="f9bc5f4d-08c2-4901-b100-2d13846f724d" providerId="ADAL" clId="{9F6D5594-9459-429D-9345-BD0BC31A432C}" dt="2026-01-26T10:01:40.160" v="84" actId="1076"/>
          <ac:cxnSpMkLst>
            <pc:docMk/>
            <pc:sldMk cId="3703069179" sldId="256"/>
            <ac:cxnSpMk id="20" creationId="{CBF6F0B6-2E6B-352A-C05D-1A718F8C2013}"/>
          </ac:cxnSpMkLst>
        </pc:cxnChg>
        <pc:cxnChg chg="mod">
          <ac:chgData name="Es-Shih Abdelhak" userId="f9bc5f4d-08c2-4901-b100-2d13846f724d" providerId="ADAL" clId="{9F6D5594-9459-429D-9345-BD0BC31A432C}" dt="2026-01-26T10:01:23.940" v="81" actId="14100"/>
          <ac:cxnSpMkLst>
            <pc:docMk/>
            <pc:sldMk cId="3703069179" sldId="256"/>
            <ac:cxnSpMk id="53" creationId="{00000000-0000-0000-0000-000000000000}"/>
          </ac:cxnSpMkLst>
        </pc:cxnChg>
        <pc:cxnChg chg="mod">
          <ac:chgData name="Es-Shih Abdelhak" userId="f9bc5f4d-08c2-4901-b100-2d13846f724d" providerId="ADAL" clId="{9F6D5594-9459-429D-9345-BD0BC31A432C}" dt="2026-01-26T09:59:09.463" v="67" actId="14100"/>
          <ac:cxnSpMkLst>
            <pc:docMk/>
            <pc:sldMk cId="3703069179" sldId="256"/>
            <ac:cxnSpMk id="54" creationId="{00000000-0000-0000-0000-000000000000}"/>
          </ac:cxnSpMkLst>
        </pc:cxnChg>
        <pc:cxnChg chg="mod">
          <ac:chgData name="Es-Shih Abdelhak" userId="f9bc5f4d-08c2-4901-b100-2d13846f724d" providerId="ADAL" clId="{9F6D5594-9459-429D-9345-BD0BC31A432C}" dt="2026-01-26T10:02:06.096" v="86" actId="14100"/>
          <ac:cxnSpMkLst>
            <pc:docMk/>
            <pc:sldMk cId="3703069179" sldId="256"/>
            <ac:cxnSpMk id="60" creationId="{00000000-0000-0000-0000-00000000000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745AA0-7650-4D88-9ACF-66C39118AC15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A20E9D13-FF63-4611-ADBB-8856CC919753}">
      <dgm:prSet phldrT="[Texte]" custT="1"/>
      <dgm:spPr>
        <a:solidFill>
          <a:srgbClr val="FF0000"/>
        </a:solidFill>
      </dgm:spPr>
      <dgm:t>
        <a:bodyPr/>
        <a:lstStyle/>
        <a:p>
          <a:pPr algn="ctr"/>
          <a:endParaRPr lang="fr-FR" sz="800" b="1" noProof="0" dirty="0"/>
        </a:p>
        <a:p>
          <a:pPr algn="ctr"/>
          <a:r>
            <a:rPr lang="fr-FR" sz="800" b="1" noProof="0" dirty="0"/>
            <a:t>NC Client</a:t>
          </a:r>
        </a:p>
        <a:p>
          <a:pPr algn="ctr"/>
          <a:r>
            <a:rPr lang="fr-FR" sz="800" b="1" noProof="0" dirty="0"/>
            <a:t> </a:t>
          </a:r>
        </a:p>
      </dgm:t>
    </dgm:pt>
    <dgm:pt modelId="{A240EB3F-C48E-498D-BC3C-330DA49F4F78}" type="parTrans" cxnId="{20B298B5-2F07-43AA-BC6D-B3F1CFF3B100}">
      <dgm:prSet/>
      <dgm:spPr/>
      <dgm:t>
        <a:bodyPr/>
        <a:lstStyle/>
        <a:p>
          <a:pPr algn="ctr"/>
          <a:endParaRPr lang="fr-FR" sz="800" b="1" noProof="0"/>
        </a:p>
      </dgm:t>
    </dgm:pt>
    <dgm:pt modelId="{8E27AAD7-DD9E-4924-9625-0E70B0654BC1}" type="sibTrans" cxnId="{20B298B5-2F07-43AA-BC6D-B3F1CFF3B100}">
      <dgm:prSet/>
      <dgm:spPr/>
      <dgm:t>
        <a:bodyPr/>
        <a:lstStyle/>
        <a:p>
          <a:pPr algn="ctr"/>
          <a:endParaRPr lang="fr-FR" sz="800" b="1" noProof="0"/>
        </a:p>
      </dgm:t>
    </dgm:pt>
    <dgm:pt modelId="{1074B4D9-056D-4431-9FFC-086091D04EB2}">
      <dgm:prSet phldrT="[Texte]" custT="1"/>
      <dgm:spPr>
        <a:solidFill>
          <a:srgbClr val="FFC000"/>
        </a:solidFill>
      </dgm:spPr>
      <dgm:t>
        <a:bodyPr/>
        <a:lstStyle/>
        <a:p>
          <a:pPr algn="ctr"/>
          <a:endParaRPr lang="fr-FR" sz="800" b="1" noProof="0" dirty="0"/>
        </a:p>
        <a:p>
          <a:pPr algn="ctr"/>
          <a:r>
            <a:rPr lang="fr-FR" sz="800" b="1" noProof="0" dirty="0"/>
            <a:t>NC interne exportée</a:t>
          </a:r>
        </a:p>
        <a:p>
          <a:pPr algn="ctr"/>
          <a:endParaRPr lang="fr-FR" sz="800" b="1" noProof="0" dirty="0"/>
        </a:p>
      </dgm:t>
    </dgm:pt>
    <dgm:pt modelId="{56FBF7A9-E89C-4377-95E9-FADA4F3B0FE5}" type="sibTrans" cxnId="{56F67E0D-D9FC-44EC-932D-A95347EEE5D5}">
      <dgm:prSet/>
      <dgm:spPr/>
      <dgm:t>
        <a:bodyPr/>
        <a:lstStyle/>
        <a:p>
          <a:pPr algn="ctr"/>
          <a:endParaRPr lang="fr-FR" sz="800" b="1" noProof="0"/>
        </a:p>
      </dgm:t>
    </dgm:pt>
    <dgm:pt modelId="{F9016255-71F4-4695-A4E7-2C3C4DEE5213}" type="parTrans" cxnId="{56F67E0D-D9FC-44EC-932D-A95347EEE5D5}">
      <dgm:prSet/>
      <dgm:spPr/>
      <dgm:t>
        <a:bodyPr/>
        <a:lstStyle/>
        <a:p>
          <a:pPr algn="ctr"/>
          <a:endParaRPr lang="fr-FR" sz="800" b="1" noProof="0"/>
        </a:p>
      </dgm:t>
    </dgm:pt>
    <dgm:pt modelId="{07A0C69F-A0E4-404D-B838-44F94F8BA5A5}">
      <dgm:prSet phldrT="[Texte]" custT="1"/>
      <dgm:spPr>
        <a:solidFill>
          <a:srgbClr val="FFFF00"/>
        </a:solidFill>
      </dgm:spPr>
      <dgm:t>
        <a:bodyPr/>
        <a:lstStyle/>
        <a:p>
          <a:pPr algn="ctr"/>
          <a:r>
            <a:rPr lang="fr-FR" sz="800" b="1" noProof="0" dirty="0"/>
            <a:t>NC contenu à l’</a:t>
          </a:r>
          <a:r>
            <a:rPr lang="fr-FR" sz="800" b="1" noProof="0" dirty="0" err="1"/>
            <a:t>ilôt</a:t>
          </a:r>
          <a:endParaRPr lang="fr-FR" sz="800" b="1" noProof="0" dirty="0"/>
        </a:p>
      </dgm:t>
    </dgm:pt>
    <dgm:pt modelId="{32026683-F4F7-4B31-A469-8697E37002A5}" type="sibTrans" cxnId="{E997B7B3-B076-4303-BA3C-29F5F0E88EA9}">
      <dgm:prSet/>
      <dgm:spPr/>
      <dgm:t>
        <a:bodyPr/>
        <a:lstStyle/>
        <a:p>
          <a:pPr algn="ctr"/>
          <a:endParaRPr lang="fr-FR" sz="800" b="1" noProof="0"/>
        </a:p>
      </dgm:t>
    </dgm:pt>
    <dgm:pt modelId="{91E5A3F9-0B75-4123-8B97-EE86D9FFC90C}" type="parTrans" cxnId="{E997B7B3-B076-4303-BA3C-29F5F0E88EA9}">
      <dgm:prSet/>
      <dgm:spPr/>
      <dgm:t>
        <a:bodyPr/>
        <a:lstStyle/>
        <a:p>
          <a:pPr algn="ctr"/>
          <a:endParaRPr lang="fr-FR" sz="800" b="1" noProof="0"/>
        </a:p>
      </dgm:t>
    </dgm:pt>
    <dgm:pt modelId="{8BBB8162-3FD6-4BF4-A07A-1F6D29E21868}" type="pres">
      <dgm:prSet presAssocID="{EC745AA0-7650-4D88-9ACF-66C39118AC15}" presName="Name0" presStyleCnt="0">
        <dgm:presLayoutVars>
          <dgm:dir/>
          <dgm:animLvl val="lvl"/>
          <dgm:resizeHandles val="exact"/>
        </dgm:presLayoutVars>
      </dgm:prSet>
      <dgm:spPr/>
    </dgm:pt>
    <dgm:pt modelId="{91D06B80-E018-43E6-A648-782C53242299}" type="pres">
      <dgm:prSet presAssocID="{A20E9D13-FF63-4611-ADBB-8856CC919753}" presName="Name8" presStyleCnt="0"/>
      <dgm:spPr/>
    </dgm:pt>
    <dgm:pt modelId="{279F484E-A91E-4F33-94A2-B98167D579C5}" type="pres">
      <dgm:prSet presAssocID="{A20E9D13-FF63-4611-ADBB-8856CC919753}" presName="level" presStyleLbl="node1" presStyleIdx="0" presStyleCnt="3">
        <dgm:presLayoutVars>
          <dgm:chMax val="1"/>
          <dgm:bulletEnabled val="1"/>
        </dgm:presLayoutVars>
      </dgm:prSet>
      <dgm:spPr/>
    </dgm:pt>
    <dgm:pt modelId="{FF81FBFF-6EA1-4092-A128-C77707AB776C}" type="pres">
      <dgm:prSet presAssocID="{A20E9D13-FF63-4611-ADBB-8856CC91975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3EA0F2A-9590-440B-9BDB-EBDD4D51A5D5}" type="pres">
      <dgm:prSet presAssocID="{1074B4D9-056D-4431-9FFC-086091D04EB2}" presName="Name8" presStyleCnt="0"/>
      <dgm:spPr/>
    </dgm:pt>
    <dgm:pt modelId="{984FA3DF-76D5-4D9B-B8F1-24C2F46389CB}" type="pres">
      <dgm:prSet presAssocID="{1074B4D9-056D-4431-9FFC-086091D04EB2}" presName="level" presStyleLbl="node1" presStyleIdx="1" presStyleCnt="3" custScaleX="99640">
        <dgm:presLayoutVars>
          <dgm:chMax val="1"/>
          <dgm:bulletEnabled val="1"/>
        </dgm:presLayoutVars>
      </dgm:prSet>
      <dgm:spPr/>
    </dgm:pt>
    <dgm:pt modelId="{E6B45B19-0E05-4ED9-ADE3-7B2150B6E0CB}" type="pres">
      <dgm:prSet presAssocID="{1074B4D9-056D-4431-9FFC-086091D04E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BB7ACD-EFAC-4E31-B1C8-534D0D3C1BEB}" type="pres">
      <dgm:prSet presAssocID="{07A0C69F-A0E4-404D-B838-44F94F8BA5A5}" presName="Name8" presStyleCnt="0"/>
      <dgm:spPr/>
    </dgm:pt>
    <dgm:pt modelId="{7A42D076-E85D-4D3C-85E7-57EB71186AA7}" type="pres">
      <dgm:prSet presAssocID="{07A0C69F-A0E4-404D-B838-44F94F8BA5A5}" presName="level" presStyleLbl="node1" presStyleIdx="2" presStyleCnt="3" custScaleX="99285" custLinFactNeighborX="2683">
        <dgm:presLayoutVars>
          <dgm:chMax val="1"/>
          <dgm:bulletEnabled val="1"/>
        </dgm:presLayoutVars>
      </dgm:prSet>
      <dgm:spPr/>
    </dgm:pt>
    <dgm:pt modelId="{0F75600B-C744-470B-A3CC-75263A4618FB}" type="pres">
      <dgm:prSet presAssocID="{07A0C69F-A0E4-404D-B838-44F94F8BA5A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6F67E0D-D9FC-44EC-932D-A95347EEE5D5}" srcId="{EC745AA0-7650-4D88-9ACF-66C39118AC15}" destId="{1074B4D9-056D-4431-9FFC-086091D04EB2}" srcOrd="1" destOrd="0" parTransId="{F9016255-71F4-4695-A4E7-2C3C4DEE5213}" sibTransId="{56FBF7A9-E89C-4377-95E9-FADA4F3B0FE5}"/>
    <dgm:cxn modelId="{FE47D322-EBF4-4A06-AFAB-8F6AB7413359}" type="presOf" srcId="{EC745AA0-7650-4D88-9ACF-66C39118AC15}" destId="{8BBB8162-3FD6-4BF4-A07A-1F6D29E21868}" srcOrd="0" destOrd="0" presId="urn:microsoft.com/office/officeart/2005/8/layout/pyramid1"/>
    <dgm:cxn modelId="{C1D5AF2C-562B-4614-9B8C-ACD8C33FCBD0}" type="presOf" srcId="{1074B4D9-056D-4431-9FFC-086091D04EB2}" destId="{E6B45B19-0E05-4ED9-ADE3-7B2150B6E0CB}" srcOrd="1" destOrd="0" presId="urn:microsoft.com/office/officeart/2005/8/layout/pyramid1"/>
    <dgm:cxn modelId="{7A7C2934-0B1A-46A9-BADE-28054D28CB73}" type="presOf" srcId="{1074B4D9-056D-4431-9FFC-086091D04EB2}" destId="{984FA3DF-76D5-4D9B-B8F1-24C2F46389CB}" srcOrd="0" destOrd="0" presId="urn:microsoft.com/office/officeart/2005/8/layout/pyramid1"/>
    <dgm:cxn modelId="{ED62E88C-7E0E-45A5-90B6-6F2A143AD4A5}" type="presOf" srcId="{07A0C69F-A0E4-404D-B838-44F94F8BA5A5}" destId="{7A42D076-E85D-4D3C-85E7-57EB71186AA7}" srcOrd="0" destOrd="0" presId="urn:microsoft.com/office/officeart/2005/8/layout/pyramid1"/>
    <dgm:cxn modelId="{80F6869F-EC0E-482B-B986-FD21244ADC86}" type="presOf" srcId="{A20E9D13-FF63-4611-ADBB-8856CC919753}" destId="{279F484E-A91E-4F33-94A2-B98167D579C5}" srcOrd="0" destOrd="0" presId="urn:microsoft.com/office/officeart/2005/8/layout/pyramid1"/>
    <dgm:cxn modelId="{337362A3-2CBE-4DF4-98A9-E45409E8EEC1}" type="presOf" srcId="{07A0C69F-A0E4-404D-B838-44F94F8BA5A5}" destId="{0F75600B-C744-470B-A3CC-75263A4618FB}" srcOrd="1" destOrd="0" presId="urn:microsoft.com/office/officeart/2005/8/layout/pyramid1"/>
    <dgm:cxn modelId="{E997B7B3-B076-4303-BA3C-29F5F0E88EA9}" srcId="{EC745AA0-7650-4D88-9ACF-66C39118AC15}" destId="{07A0C69F-A0E4-404D-B838-44F94F8BA5A5}" srcOrd="2" destOrd="0" parTransId="{91E5A3F9-0B75-4123-8B97-EE86D9FFC90C}" sibTransId="{32026683-F4F7-4B31-A469-8697E37002A5}"/>
    <dgm:cxn modelId="{20B298B5-2F07-43AA-BC6D-B3F1CFF3B100}" srcId="{EC745AA0-7650-4D88-9ACF-66C39118AC15}" destId="{A20E9D13-FF63-4611-ADBB-8856CC919753}" srcOrd="0" destOrd="0" parTransId="{A240EB3F-C48E-498D-BC3C-330DA49F4F78}" sibTransId="{8E27AAD7-DD9E-4924-9625-0E70B0654BC1}"/>
    <dgm:cxn modelId="{F31C1BC7-EC46-4739-891C-21D0BD95C2E9}" type="presOf" srcId="{A20E9D13-FF63-4611-ADBB-8856CC919753}" destId="{FF81FBFF-6EA1-4092-A128-C77707AB776C}" srcOrd="1" destOrd="0" presId="urn:microsoft.com/office/officeart/2005/8/layout/pyramid1"/>
    <dgm:cxn modelId="{A2102316-F2BD-4F67-B7DD-95956F6A8698}" type="presParOf" srcId="{8BBB8162-3FD6-4BF4-A07A-1F6D29E21868}" destId="{91D06B80-E018-43E6-A648-782C53242299}" srcOrd="0" destOrd="0" presId="urn:microsoft.com/office/officeart/2005/8/layout/pyramid1"/>
    <dgm:cxn modelId="{CE761FB6-5573-4A10-87EB-47DD019139FF}" type="presParOf" srcId="{91D06B80-E018-43E6-A648-782C53242299}" destId="{279F484E-A91E-4F33-94A2-B98167D579C5}" srcOrd="0" destOrd="0" presId="urn:microsoft.com/office/officeart/2005/8/layout/pyramid1"/>
    <dgm:cxn modelId="{EAE2F2FF-FC65-4506-8686-583FCA3E0404}" type="presParOf" srcId="{91D06B80-E018-43E6-A648-782C53242299}" destId="{FF81FBFF-6EA1-4092-A128-C77707AB776C}" srcOrd="1" destOrd="0" presId="urn:microsoft.com/office/officeart/2005/8/layout/pyramid1"/>
    <dgm:cxn modelId="{8EEE5EC6-5B07-4BED-A93E-F977DCBFA848}" type="presParOf" srcId="{8BBB8162-3FD6-4BF4-A07A-1F6D29E21868}" destId="{53EA0F2A-9590-440B-9BDB-EBDD4D51A5D5}" srcOrd="1" destOrd="0" presId="urn:microsoft.com/office/officeart/2005/8/layout/pyramid1"/>
    <dgm:cxn modelId="{0D9F0665-373F-4397-B94C-44A98C70312B}" type="presParOf" srcId="{53EA0F2A-9590-440B-9BDB-EBDD4D51A5D5}" destId="{984FA3DF-76D5-4D9B-B8F1-24C2F46389CB}" srcOrd="0" destOrd="0" presId="urn:microsoft.com/office/officeart/2005/8/layout/pyramid1"/>
    <dgm:cxn modelId="{1B0CE993-317E-460B-B1A6-B3F9BF9E5A15}" type="presParOf" srcId="{53EA0F2A-9590-440B-9BDB-EBDD4D51A5D5}" destId="{E6B45B19-0E05-4ED9-ADE3-7B2150B6E0CB}" srcOrd="1" destOrd="0" presId="urn:microsoft.com/office/officeart/2005/8/layout/pyramid1"/>
    <dgm:cxn modelId="{CE3A9AC4-2B39-4ECC-9929-B1123572B89A}" type="presParOf" srcId="{8BBB8162-3FD6-4BF4-A07A-1F6D29E21868}" destId="{63BB7ACD-EFAC-4E31-B1C8-534D0D3C1BEB}" srcOrd="2" destOrd="0" presId="urn:microsoft.com/office/officeart/2005/8/layout/pyramid1"/>
    <dgm:cxn modelId="{5FC6013F-8E81-4BB0-A221-7E3FAEC61ED3}" type="presParOf" srcId="{63BB7ACD-EFAC-4E31-B1C8-534D0D3C1BEB}" destId="{7A42D076-E85D-4D3C-85E7-57EB71186AA7}" srcOrd="0" destOrd="0" presId="urn:microsoft.com/office/officeart/2005/8/layout/pyramid1"/>
    <dgm:cxn modelId="{7691F0F6-EA95-4350-AC40-39B35C5BCA2D}" type="presParOf" srcId="{63BB7ACD-EFAC-4E31-B1C8-534D0D3C1BEB}" destId="{0F75600B-C744-470B-A3CC-75263A4618F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F484E-A91E-4F33-94A2-B98167D579C5}">
      <dsp:nvSpPr>
        <dsp:cNvPr id="0" name=""/>
        <dsp:cNvSpPr/>
      </dsp:nvSpPr>
      <dsp:spPr>
        <a:xfrm>
          <a:off x="367630" y="0"/>
          <a:ext cx="367630" cy="218575"/>
        </a:xfrm>
        <a:prstGeom prst="trapezoid">
          <a:avLst>
            <a:gd name="adj" fmla="val 84097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Client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 </a:t>
          </a:r>
        </a:p>
      </dsp:txBody>
      <dsp:txXfrm>
        <a:off x="367630" y="0"/>
        <a:ext cx="367630" cy="218575"/>
      </dsp:txXfrm>
    </dsp:sp>
    <dsp:sp modelId="{984FA3DF-76D5-4D9B-B8F1-24C2F46389CB}">
      <dsp:nvSpPr>
        <dsp:cNvPr id="0" name=""/>
        <dsp:cNvSpPr/>
      </dsp:nvSpPr>
      <dsp:spPr>
        <a:xfrm>
          <a:off x="185138" y="218575"/>
          <a:ext cx="732613" cy="218575"/>
        </a:xfrm>
        <a:prstGeom prst="trapezoid">
          <a:avLst>
            <a:gd name="adj" fmla="val 84097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interne exportée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</dsp:txBody>
      <dsp:txXfrm>
        <a:off x="313345" y="218575"/>
        <a:ext cx="476198" cy="218575"/>
      </dsp:txXfrm>
    </dsp:sp>
    <dsp:sp modelId="{7A42D076-E85D-4D3C-85E7-57EB71186AA7}">
      <dsp:nvSpPr>
        <dsp:cNvPr id="0" name=""/>
        <dsp:cNvSpPr/>
      </dsp:nvSpPr>
      <dsp:spPr>
        <a:xfrm>
          <a:off x="7885" y="437150"/>
          <a:ext cx="1095004" cy="218575"/>
        </a:xfrm>
        <a:prstGeom prst="trapezoid">
          <a:avLst>
            <a:gd name="adj" fmla="val 84097"/>
          </a:avLst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contenu à l’</a:t>
          </a:r>
          <a:r>
            <a:rPr lang="fr-FR" sz="800" b="1" kern="1200" noProof="0" dirty="0" err="1"/>
            <a:t>ilôt</a:t>
          </a:r>
          <a:endParaRPr lang="fr-FR" sz="800" b="1" kern="1200" noProof="0" dirty="0"/>
        </a:p>
      </dsp:txBody>
      <dsp:txXfrm>
        <a:off x="199511" y="437150"/>
        <a:ext cx="711752" cy="218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1275" y="2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/>
          <a:lstStyle>
            <a:lvl1pPr algn="r">
              <a:defRPr sz="1200"/>
            </a:lvl1pPr>
          </a:lstStyle>
          <a:p>
            <a:fld id="{7ED0EAD9-5D5D-4035-B022-D14FCF74830C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84111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1275" y="9484111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 anchor="b"/>
          <a:lstStyle>
            <a:lvl1pPr algn="r">
              <a:defRPr sz="1200"/>
            </a:lvl1pPr>
          </a:lstStyle>
          <a:p>
            <a:fld id="{2FC15653-1CBF-4048-A291-EE7668A61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836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275" y="2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/>
          <a:lstStyle>
            <a:lvl1pPr algn="r">
              <a:defRPr sz="1200"/>
            </a:lvl1pPr>
          </a:lstStyle>
          <a:p>
            <a:fld id="{91765EB9-19CB-436A-9958-8DEA702FE79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749300"/>
            <a:ext cx="5119687" cy="3746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1" tIns="45702" rIns="91401" bIns="45702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51" y="4742854"/>
            <a:ext cx="5440363" cy="4493818"/>
          </a:xfrm>
          <a:prstGeom prst="rect">
            <a:avLst/>
          </a:prstGeom>
        </p:spPr>
        <p:txBody>
          <a:bodyPr vert="horz" lIns="91401" tIns="45702" rIns="91401" bIns="45702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84114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275" y="9484114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 anchor="b"/>
          <a:lstStyle>
            <a:lvl1pPr algn="r">
              <a:defRPr sz="1200"/>
            </a:lvl1pPr>
          </a:lstStyle>
          <a:p>
            <a:fld id="{CDFF3935-8D15-4E74-B0BE-B7C3BFDF38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84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11186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22372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33558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44744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55930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67117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78302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89489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74978" y="2348894"/>
            <a:ext cx="8783082" cy="1620771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49956" y="4284716"/>
            <a:ext cx="7233127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2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33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44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5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6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7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89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6239" y="4858813"/>
            <a:ext cx="8783082" cy="1501751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16239" y="3204786"/>
            <a:ext cx="8783082" cy="165402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1118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23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335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447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55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67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783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894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6652" y="1764295"/>
            <a:ext cx="4563758" cy="499008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52629" y="1764295"/>
            <a:ext cx="4563758" cy="499008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6653" y="1692534"/>
            <a:ext cx="4565553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186" indent="0">
              <a:buNone/>
              <a:defRPr sz="2200" b="1"/>
            </a:lvl2pPr>
            <a:lvl3pPr marL="1022372" indent="0">
              <a:buNone/>
              <a:defRPr sz="2000" b="1"/>
            </a:lvl3pPr>
            <a:lvl4pPr marL="1533558" indent="0">
              <a:buNone/>
              <a:defRPr sz="1800" b="1"/>
            </a:lvl4pPr>
            <a:lvl5pPr marL="2044744" indent="0">
              <a:buNone/>
              <a:defRPr sz="1800" b="1"/>
            </a:lvl5pPr>
            <a:lvl6pPr marL="2555930" indent="0">
              <a:buNone/>
              <a:defRPr sz="1800" b="1"/>
            </a:lvl6pPr>
            <a:lvl7pPr marL="3067117" indent="0">
              <a:buNone/>
              <a:defRPr sz="1800" b="1"/>
            </a:lvl7pPr>
            <a:lvl8pPr marL="3578302" indent="0">
              <a:buNone/>
              <a:defRPr sz="1800" b="1"/>
            </a:lvl8pPr>
            <a:lvl9pPr marL="4089489" indent="0">
              <a:buNone/>
              <a:defRPr sz="18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653" y="2397902"/>
            <a:ext cx="4565553" cy="435647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249041" y="1692534"/>
            <a:ext cx="4567346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186" indent="0">
              <a:buNone/>
              <a:defRPr sz="2200" b="1"/>
            </a:lvl2pPr>
            <a:lvl3pPr marL="1022372" indent="0">
              <a:buNone/>
              <a:defRPr sz="2000" b="1"/>
            </a:lvl3pPr>
            <a:lvl4pPr marL="1533558" indent="0">
              <a:buNone/>
              <a:defRPr sz="1800" b="1"/>
            </a:lvl4pPr>
            <a:lvl5pPr marL="2044744" indent="0">
              <a:buNone/>
              <a:defRPr sz="1800" b="1"/>
            </a:lvl5pPr>
            <a:lvl6pPr marL="2555930" indent="0">
              <a:buNone/>
              <a:defRPr sz="1800" b="1"/>
            </a:lvl6pPr>
            <a:lvl7pPr marL="3067117" indent="0">
              <a:buNone/>
              <a:defRPr sz="1800" b="1"/>
            </a:lvl7pPr>
            <a:lvl8pPr marL="3578302" indent="0">
              <a:buNone/>
              <a:defRPr sz="1800" b="1"/>
            </a:lvl8pPr>
            <a:lvl9pPr marL="4089489" indent="0">
              <a:buNone/>
              <a:defRPr sz="18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249041" y="2397902"/>
            <a:ext cx="4567346" cy="435647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6653" y="301050"/>
            <a:ext cx="3399498" cy="128121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39932" y="301051"/>
            <a:ext cx="5776455" cy="645332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16653" y="1582265"/>
            <a:ext cx="3399498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11186" indent="0">
              <a:buNone/>
              <a:defRPr sz="1300"/>
            </a:lvl2pPr>
            <a:lvl3pPr marL="1022372" indent="0">
              <a:buNone/>
              <a:defRPr sz="1100"/>
            </a:lvl3pPr>
            <a:lvl4pPr marL="1533558" indent="0">
              <a:buNone/>
              <a:defRPr sz="1000"/>
            </a:lvl4pPr>
            <a:lvl5pPr marL="2044744" indent="0">
              <a:buNone/>
              <a:defRPr sz="1000"/>
            </a:lvl5pPr>
            <a:lvl6pPr marL="2555930" indent="0">
              <a:buNone/>
              <a:defRPr sz="1000"/>
            </a:lvl6pPr>
            <a:lvl7pPr marL="3067117" indent="0">
              <a:buNone/>
              <a:defRPr sz="1000"/>
            </a:lvl7pPr>
            <a:lvl8pPr marL="3578302" indent="0">
              <a:buNone/>
              <a:defRPr sz="1000"/>
            </a:lvl8pPr>
            <a:lvl9pPr marL="408948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25348" y="5292885"/>
            <a:ext cx="6199823" cy="62485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25348" y="675613"/>
            <a:ext cx="6199823" cy="4536758"/>
          </a:xfrm>
        </p:spPr>
        <p:txBody>
          <a:bodyPr/>
          <a:lstStyle>
            <a:lvl1pPr marL="0" indent="0">
              <a:buNone/>
              <a:defRPr sz="3600"/>
            </a:lvl1pPr>
            <a:lvl2pPr marL="511186" indent="0">
              <a:buNone/>
              <a:defRPr sz="3100"/>
            </a:lvl2pPr>
            <a:lvl3pPr marL="1022372" indent="0">
              <a:buNone/>
              <a:defRPr sz="2700"/>
            </a:lvl3pPr>
            <a:lvl4pPr marL="1533558" indent="0">
              <a:buNone/>
              <a:defRPr sz="2200"/>
            </a:lvl4pPr>
            <a:lvl5pPr marL="2044744" indent="0">
              <a:buNone/>
              <a:defRPr sz="2200"/>
            </a:lvl5pPr>
            <a:lvl6pPr marL="2555930" indent="0">
              <a:buNone/>
              <a:defRPr sz="2200"/>
            </a:lvl6pPr>
            <a:lvl7pPr marL="3067117" indent="0">
              <a:buNone/>
              <a:defRPr sz="2200"/>
            </a:lvl7pPr>
            <a:lvl8pPr marL="3578302" indent="0">
              <a:buNone/>
              <a:defRPr sz="2200"/>
            </a:lvl8pPr>
            <a:lvl9pPr marL="4089489" indent="0">
              <a:buNone/>
              <a:defRPr sz="22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25348" y="5917739"/>
            <a:ext cx="6199823" cy="887398"/>
          </a:xfrm>
        </p:spPr>
        <p:txBody>
          <a:bodyPr/>
          <a:lstStyle>
            <a:lvl1pPr marL="0" indent="0">
              <a:buNone/>
              <a:defRPr sz="1600"/>
            </a:lvl1pPr>
            <a:lvl2pPr marL="511186" indent="0">
              <a:buNone/>
              <a:defRPr sz="1300"/>
            </a:lvl2pPr>
            <a:lvl3pPr marL="1022372" indent="0">
              <a:buNone/>
              <a:defRPr sz="1100"/>
            </a:lvl3pPr>
            <a:lvl4pPr marL="1533558" indent="0">
              <a:buNone/>
              <a:defRPr sz="1000"/>
            </a:lvl4pPr>
            <a:lvl5pPr marL="2044744" indent="0">
              <a:buNone/>
              <a:defRPr sz="1000"/>
            </a:lvl5pPr>
            <a:lvl6pPr marL="2555930" indent="0">
              <a:buNone/>
              <a:defRPr sz="1000"/>
            </a:lvl6pPr>
            <a:lvl7pPr marL="3067117" indent="0">
              <a:buNone/>
              <a:defRPr sz="1000"/>
            </a:lvl7pPr>
            <a:lvl8pPr marL="3578302" indent="0">
              <a:buNone/>
              <a:defRPr sz="1000"/>
            </a:lvl8pPr>
            <a:lvl9pPr marL="408948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491452" y="302803"/>
            <a:ext cx="2324934" cy="645157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16653" y="302803"/>
            <a:ext cx="6802583" cy="645157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16652" y="302802"/>
            <a:ext cx="9299734" cy="1260211"/>
          </a:xfrm>
          <a:prstGeom prst="rect">
            <a:avLst/>
          </a:prstGeom>
        </p:spPr>
        <p:txBody>
          <a:bodyPr vert="horz" lIns="102237" tIns="51118" rIns="102237" bIns="51118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6652" y="1764295"/>
            <a:ext cx="9299734" cy="4990084"/>
          </a:xfrm>
          <a:prstGeom prst="rect">
            <a:avLst/>
          </a:prstGeom>
        </p:spPr>
        <p:txBody>
          <a:bodyPr vert="horz" lIns="102237" tIns="51118" rIns="102237" bIns="51118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16652" y="7008172"/>
            <a:ext cx="2411042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26/01/2026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530455" y="7008172"/>
            <a:ext cx="3272129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05344" y="7008172"/>
            <a:ext cx="2411042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22372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390" indent="-383390" algn="l" defTabSz="102237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0678" indent="-319492" algn="l" defTabSz="1022372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7966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9152" indent="-255594" algn="l" defTabSz="1022372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300337" indent="-255594" algn="l" defTabSz="1022372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11524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22710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33896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45082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86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72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3558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4744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5930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7117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78302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89489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ableau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679978"/>
              </p:ext>
            </p:extLst>
          </p:nvPr>
        </p:nvGraphicFramePr>
        <p:xfrm>
          <a:off x="66675" y="3948660"/>
          <a:ext cx="4351092" cy="2909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791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F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Sécurisation</a:t>
                      </a:r>
                      <a:endParaRPr lang="fr-F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délai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01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9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Actions correctives</a:t>
                      </a: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délai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Lean Status Symbols" pitchFamily="2" charset="2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  <a:p>
                      <a:endParaRPr lang="fr-FR" sz="1000" dirty="0"/>
                    </a:p>
                    <a:p>
                      <a:endParaRPr lang="fr-FR" sz="1000" dirty="0"/>
                    </a:p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91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Diagramme 8"/>
          <p:cNvGraphicFramePr/>
          <p:nvPr>
            <p:extLst>
              <p:ext uri="{D42A27DB-BD31-4B8C-83A1-F6EECF244321}">
                <p14:modId xmlns:p14="http://schemas.microsoft.com/office/powerpoint/2010/main" val="1350604331"/>
              </p:ext>
            </p:extLst>
          </p:nvPr>
        </p:nvGraphicFramePr>
        <p:xfrm>
          <a:off x="111858" y="166727"/>
          <a:ext cx="1102890" cy="655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7" name="Connecteur droit 26"/>
          <p:cNvCxnSpPr/>
          <p:nvPr/>
        </p:nvCxnSpPr>
        <p:spPr>
          <a:xfrm flipH="1">
            <a:off x="125960" y="989571"/>
            <a:ext cx="10081119" cy="0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Espace réservé du contenu 1"/>
          <p:cNvSpPr>
            <a:spLocks noGrp="1"/>
          </p:cNvSpPr>
          <p:nvPr>
            <p:ph idx="1"/>
          </p:nvPr>
        </p:nvSpPr>
        <p:spPr>
          <a:xfrm>
            <a:off x="53952" y="1366546"/>
            <a:ext cx="5040559" cy="2270069"/>
          </a:xfrm>
        </p:spPr>
        <p:txBody>
          <a:bodyPr/>
          <a:lstStyle/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D2 : Evènement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3" name="Connecteur droit 52"/>
          <p:cNvCxnSpPr>
            <a:cxnSpLocks/>
          </p:cNvCxnSpPr>
          <p:nvPr/>
        </p:nvCxnSpPr>
        <p:spPr>
          <a:xfrm>
            <a:off x="5184387" y="4317427"/>
            <a:ext cx="0" cy="306216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>
            <a:cxnSpLocks/>
          </p:cNvCxnSpPr>
          <p:nvPr/>
        </p:nvCxnSpPr>
        <p:spPr>
          <a:xfrm flipH="1" flipV="1">
            <a:off x="125961" y="3708623"/>
            <a:ext cx="4307927" cy="411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802" y="7256254"/>
            <a:ext cx="569597" cy="246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Espace réservé du contenu 1"/>
          <p:cNvSpPr txBox="1">
            <a:spLocks/>
          </p:cNvSpPr>
          <p:nvPr/>
        </p:nvSpPr>
        <p:spPr bwMode="auto">
          <a:xfrm>
            <a:off x="5166519" y="4335312"/>
            <a:ext cx="5117880" cy="32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627" tIns="47814" rIns="95627" bIns="47814" numCol="1" anchor="t" anchorCtr="0" compatLnSpc="1">
            <a:prstTxWarp prst="textNoShape">
              <a:avLst/>
            </a:prstTxWarp>
          </a:bodyPr>
          <a:lstStyle>
            <a:lvl1pPr marL="358639" indent="-35863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Wingdings" pitchFamily="2" charset="2"/>
              <a:buChar char="§"/>
              <a:defRPr sz="33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1pPr>
            <a:lvl2pPr marL="777051" indent="-2988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–"/>
              <a:defRPr sz="29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2pPr>
            <a:lvl3pPr marL="1195464" indent="-23909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•"/>
              <a:defRPr sz="25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3pPr>
            <a:lvl4pPr marL="1673649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4pPr>
            <a:lvl5pPr marL="2151835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5pPr>
            <a:lvl6pPr marL="2630020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206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86391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64577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D4 : Analyse causale  </a:t>
            </a:r>
            <a:r>
              <a:rPr lang="fr-FR" sz="1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(utiliser les outils 5 Pourquoi et 5M)</a:t>
            </a:r>
          </a:p>
        </p:txBody>
      </p:sp>
      <p:cxnSp>
        <p:nvCxnSpPr>
          <p:cNvPr id="60" name="Connecteur droit 59"/>
          <p:cNvCxnSpPr>
            <a:cxnSpLocks/>
          </p:cNvCxnSpPr>
          <p:nvPr/>
        </p:nvCxnSpPr>
        <p:spPr>
          <a:xfrm flipH="1">
            <a:off x="125960" y="6488927"/>
            <a:ext cx="430210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e 17"/>
          <p:cNvGrpSpPr/>
          <p:nvPr/>
        </p:nvGrpSpPr>
        <p:grpSpPr>
          <a:xfrm>
            <a:off x="5442666" y="3727998"/>
            <a:ext cx="4003488" cy="589429"/>
            <a:chOff x="5442666" y="3727998"/>
            <a:chExt cx="4003488" cy="589429"/>
          </a:xfrm>
        </p:grpSpPr>
        <p:grpSp>
          <p:nvGrpSpPr>
            <p:cNvPr id="2" name="Groupe 1"/>
            <p:cNvGrpSpPr/>
            <p:nvPr/>
          </p:nvGrpSpPr>
          <p:grpSpPr>
            <a:xfrm>
              <a:off x="5442666" y="3727998"/>
              <a:ext cx="4003488" cy="589429"/>
              <a:chOff x="57454" y="6588943"/>
              <a:chExt cx="5262219" cy="589429"/>
            </a:xfrm>
          </p:grpSpPr>
          <p:grpSp>
            <p:nvGrpSpPr>
              <p:cNvPr id="31" name="Groupe 30"/>
              <p:cNvGrpSpPr/>
              <p:nvPr/>
            </p:nvGrpSpPr>
            <p:grpSpPr>
              <a:xfrm>
                <a:off x="57454" y="6588943"/>
                <a:ext cx="5262219" cy="589429"/>
                <a:chOff x="57454" y="6480770"/>
                <a:chExt cx="5262219" cy="589429"/>
              </a:xfrm>
            </p:grpSpPr>
            <p:grpSp>
              <p:nvGrpSpPr>
                <p:cNvPr id="32" name="Groupe 31"/>
                <p:cNvGrpSpPr/>
                <p:nvPr/>
              </p:nvGrpSpPr>
              <p:grpSpPr>
                <a:xfrm>
                  <a:off x="579463" y="6480770"/>
                  <a:ext cx="4740210" cy="228940"/>
                  <a:chOff x="579463" y="6480770"/>
                  <a:chExt cx="4740210" cy="228940"/>
                </a:xfrm>
              </p:grpSpPr>
              <p:sp>
                <p:nvSpPr>
                  <p:cNvPr id="45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9463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6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591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7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7655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9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48671" y="6480770"/>
                    <a:ext cx="493712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51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4388" y="6509655"/>
                    <a:ext cx="895285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Livraison</a:t>
                    </a:r>
                  </a:p>
                </p:txBody>
              </p:sp>
            </p:grpSp>
            <p:grpSp>
              <p:nvGrpSpPr>
                <p:cNvPr id="33" name="Groupe 32"/>
                <p:cNvGrpSpPr/>
                <p:nvPr/>
              </p:nvGrpSpPr>
              <p:grpSpPr>
                <a:xfrm>
                  <a:off x="57454" y="6683404"/>
                  <a:ext cx="4968552" cy="386795"/>
                  <a:chOff x="57454" y="6683404"/>
                  <a:chExt cx="4968552" cy="386795"/>
                </a:xfrm>
              </p:grpSpPr>
              <p:sp>
                <p:nvSpPr>
                  <p:cNvPr id="34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454" y="6870144"/>
                    <a:ext cx="4968552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l"/>
                    <a:r>
                      <a:rPr lang="fr-FR" altLang="fr-FR" sz="700" b="1" dirty="0">
                        <a:solidFill>
                          <a:srgbClr val="003F8A"/>
                        </a:solidFill>
                      </a:rPr>
                      <a:t> </a:t>
                    </a:r>
                    <a:r>
                      <a:rPr lang="fr-FR" altLang="fr-FR" sz="700" b="1" dirty="0">
                        <a:solidFill>
                          <a:srgbClr val="00B050"/>
                        </a:solidFill>
                      </a:rPr>
                      <a:t> </a:t>
                    </a:r>
                    <a:r>
                      <a:rPr lang="fr-FR" altLang="fr-FR" sz="700" b="1" dirty="0"/>
                      <a:t>(en </a:t>
                    </a:r>
                    <a:r>
                      <a:rPr lang="fr-FR" altLang="fr-FR" sz="700" b="1" dirty="0">
                        <a:solidFill>
                          <a:srgbClr val="C00000"/>
                        </a:solidFill>
                      </a:rPr>
                      <a:t>Rouge = </a:t>
                    </a:r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postes pour lesquels les filtres ont été défaillants) </a:t>
                    </a:r>
                  </a:p>
                </p:txBody>
              </p:sp>
              <p:grpSp>
                <p:nvGrpSpPr>
                  <p:cNvPr id="35" name="Groupe 34"/>
                  <p:cNvGrpSpPr/>
                  <p:nvPr/>
                </p:nvGrpSpPr>
                <p:grpSpPr>
                  <a:xfrm>
                    <a:off x="104313" y="6683404"/>
                    <a:ext cx="4844942" cy="215444"/>
                    <a:chOff x="104313" y="6683404"/>
                    <a:chExt cx="4844942" cy="215444"/>
                  </a:xfrm>
                </p:grpSpPr>
                <p:cxnSp>
                  <p:nvCxnSpPr>
                    <p:cNvPr id="36" name="Connecteur droit 35"/>
                    <p:cNvCxnSpPr>
                      <a:stCxn id="44" idx="1"/>
                      <a:endCxn id="38" idx="3"/>
                    </p:cNvCxnSpPr>
                    <p:nvPr/>
                  </p:nvCxnSpPr>
                  <p:spPr>
                    <a:xfrm>
                      <a:off x="725959" y="6791126"/>
                      <a:ext cx="4223296" cy="0"/>
                    </a:xfrm>
                    <a:prstGeom prst="line">
                      <a:avLst/>
                    </a:prstGeom>
                    <a:ln w="381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78087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8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167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9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343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0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06279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1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0215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2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54151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3" name="TextBox 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4313" y="6683404"/>
                      <a:ext cx="621646" cy="2154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algn="l"/>
                      <a:r>
                        <a:rPr lang="fr-FR" altLang="fr-F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Flux : </a:t>
                      </a:r>
                    </a:p>
                  </p:txBody>
                </p:sp>
                <p:sp>
                  <p:nvSpPr>
                    <p:cNvPr id="44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25959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57" name="TextBox 3"/>
              <p:cNvSpPr txBox="1">
                <a:spLocks noChangeArrowheads="1"/>
              </p:cNvSpPr>
              <p:nvPr/>
            </p:nvSpPr>
            <p:spPr bwMode="auto">
              <a:xfrm>
                <a:off x="1155527" y="6588943"/>
                <a:ext cx="482600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1302023" y="6809605"/>
                <a:ext cx="192088" cy="179388"/>
              </a:xfrm>
              <a:prstGeom prst="rect">
                <a:avLst/>
              </a:prstGeom>
              <a:solidFill>
                <a:srgbClr val="D7D7D7"/>
              </a:solidFill>
              <a:ln w="19050" algn="ctr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altLang="fr-FR" sz="10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/>
          </p:nvGrpSpPr>
          <p:grpSpPr>
            <a:xfrm>
              <a:off x="7580621" y="3741363"/>
              <a:ext cx="1210063" cy="271847"/>
              <a:chOff x="2755469" y="6847642"/>
              <a:chExt cx="1726825" cy="200055"/>
            </a:xfrm>
          </p:grpSpPr>
          <p:sp>
            <p:nvSpPr>
              <p:cNvPr id="65" name="TextBox 3"/>
              <p:cNvSpPr txBox="1">
                <a:spLocks noChangeArrowheads="1"/>
              </p:cNvSpPr>
              <p:nvPr/>
            </p:nvSpPr>
            <p:spPr bwMode="auto">
              <a:xfrm>
                <a:off x="2755469" y="6847642"/>
                <a:ext cx="493712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  <p:sp>
            <p:nvSpPr>
              <p:cNvPr id="66" name="TextBox 3"/>
              <p:cNvSpPr txBox="1">
                <a:spLocks noChangeArrowheads="1"/>
              </p:cNvSpPr>
              <p:nvPr/>
            </p:nvSpPr>
            <p:spPr bwMode="auto">
              <a:xfrm>
                <a:off x="3988582" y="6847642"/>
                <a:ext cx="493712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</p:grpSp>
      </p:grpSp>
      <p:grpSp>
        <p:nvGrpSpPr>
          <p:cNvPr id="14" name="Groupe 13"/>
          <p:cNvGrpSpPr/>
          <p:nvPr/>
        </p:nvGrpSpPr>
        <p:grpSpPr>
          <a:xfrm>
            <a:off x="56016" y="6488924"/>
            <a:ext cx="4412392" cy="867367"/>
            <a:chOff x="5199458" y="5818408"/>
            <a:chExt cx="5108221" cy="862909"/>
          </a:xfrm>
        </p:grpSpPr>
        <p:sp>
          <p:nvSpPr>
            <p:cNvPr id="59" name="Espace réservé du contenu 1"/>
            <p:cNvSpPr txBox="1">
              <a:spLocks/>
            </p:cNvSpPr>
            <p:nvPr/>
          </p:nvSpPr>
          <p:spPr bwMode="auto">
            <a:xfrm>
              <a:off x="5199458" y="5818408"/>
              <a:ext cx="5037254" cy="8629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5627" tIns="47814" rIns="95627" bIns="47814" numCol="1" anchor="t" anchorCtr="0" compatLnSpc="1">
              <a:prstTxWarp prst="textNoShape">
                <a:avLst/>
              </a:prstTxWarp>
            </a:bodyPr>
            <a:lstStyle>
              <a:lvl1pPr marL="358639" indent="-358639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Wingdings" pitchFamily="2" charset="2"/>
                <a:buChar char="§"/>
                <a:defRPr sz="33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1pPr>
              <a:lvl2pPr marL="777051" indent="-298866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Arial" charset="0"/>
                <a:buChar char="–"/>
                <a:defRPr sz="29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2pPr>
              <a:lvl3pPr marL="1195464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Arial" charset="0"/>
                <a:buChar char="•"/>
                <a:defRPr sz="25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3pPr>
              <a:lvl4pPr marL="1673649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1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4pPr>
              <a:lvl5pPr marL="2151835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1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5pPr>
              <a:lvl6pPr marL="2630020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206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86391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64577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fr-FR" sz="1500" b="1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D6 : Mesure d’efficacité </a:t>
              </a:r>
            </a:p>
            <a:p>
              <a:pPr marL="182544" indent="-182544">
                <a:spcBef>
                  <a:spcPts val="900"/>
                </a:spcBef>
                <a:buClr>
                  <a:schemeClr val="tx1">
                    <a:lumMod val="75000"/>
                    <a:lumOff val="25000"/>
                  </a:schemeClr>
                </a:buClr>
              </a:pPr>
              <a:endPara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" name="Groupe 3"/>
            <p:cNvGrpSpPr/>
            <p:nvPr/>
          </p:nvGrpSpPr>
          <p:grpSpPr>
            <a:xfrm>
              <a:off x="9260149" y="6042399"/>
              <a:ext cx="1047530" cy="613560"/>
              <a:chOff x="9260149" y="6042399"/>
              <a:chExt cx="1047530" cy="613560"/>
            </a:xfrm>
          </p:grpSpPr>
          <p:sp>
            <p:nvSpPr>
              <p:cNvPr id="63" name="ZoneTexte 62"/>
              <p:cNvSpPr txBox="1"/>
              <p:nvPr/>
            </p:nvSpPr>
            <p:spPr>
              <a:xfrm>
                <a:off x="9265209" y="6380383"/>
                <a:ext cx="995766" cy="275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€</a:t>
                </a:r>
              </a:p>
            </p:txBody>
          </p:sp>
          <p:sp>
            <p:nvSpPr>
              <p:cNvPr id="50" name="ZoneTexte 49"/>
              <p:cNvSpPr txBox="1"/>
              <p:nvPr/>
            </p:nvSpPr>
            <p:spPr>
              <a:xfrm>
                <a:off x="9260149" y="6042399"/>
                <a:ext cx="1047530" cy="36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Coût de l’anomalie</a:t>
                </a:r>
              </a:p>
            </p:txBody>
          </p:sp>
        </p:grpSp>
      </p:grp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50672"/>
              </p:ext>
            </p:extLst>
          </p:nvPr>
        </p:nvGraphicFramePr>
        <p:xfrm>
          <a:off x="5478316" y="166727"/>
          <a:ext cx="4800771" cy="74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7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919">
                <a:tc rowSpan="2"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{{QUALITICIEN}}</a:t>
                      </a:r>
                      <a:endParaRPr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760">
                <a:tc vMerge="1">
                  <a:txBody>
                    <a:bodyPr/>
                    <a:lstStyle/>
                    <a:p>
                      <a:endParaRPr lang="fr-FR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Participants</a:t>
                      </a:r>
                      <a:r>
                        <a:rPr lang="fr-FR" sz="7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{{PARTICIPANTS}}</a:t>
                      </a:r>
                      <a:endParaRPr lang="fr-FR" sz="7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369670"/>
              </p:ext>
            </p:extLst>
          </p:nvPr>
        </p:nvGraphicFramePr>
        <p:xfrm>
          <a:off x="125718" y="1802586"/>
          <a:ext cx="4181619" cy="1765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5668">
                <a:tc>
                  <a:txBody>
                    <a:bodyPr/>
                    <a:lstStyle/>
                    <a:p>
                      <a:pPr algn="l">
                        <a:tabLst>
                          <a:tab pos="1793875" algn="l"/>
                        </a:tabLst>
                      </a:pPr>
                      <a:endParaRPr lang="fr-F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tabLst>
                          <a:tab pos="1793875" algn="l"/>
                        </a:tabLst>
                      </a:pPr>
                      <a:r>
                        <a:rPr lang="fr-FR" sz="1200" b="0" dirty="0">
                          <a:solidFill>
                            <a:schemeClr val="tx1"/>
                          </a:solidFill>
                        </a:rPr>
                        <a:t>{{DESCRIPTION_FE}}</a:t>
                      </a:r>
                      <a:endParaRPr lang="fr-F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162478"/>
              </p:ext>
            </p:extLst>
          </p:nvPr>
        </p:nvGraphicFramePr>
        <p:xfrm>
          <a:off x="4554619" y="1171993"/>
          <a:ext cx="5715179" cy="266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Constat</a:t>
                      </a:r>
                      <a:r>
                        <a:rPr lang="fr-FR" sz="9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de l’anomalie</a:t>
                      </a:r>
                      <a:endParaRPr lang="fr-FR" sz="7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fr-FR" sz="9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Collecte des données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Réalisation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(inclus sécurisation)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{{</a:t>
                      </a:r>
                      <a:r>
                        <a:rPr lang="fr-FR" sz="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QUOI</a:t>
                      </a:r>
                      <a:r>
                        <a:rPr lang="fr-FR" sz="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_COMBIEN</a:t>
                      </a:r>
                      <a:r>
                        <a:rPr lang="fr-FR" sz="800" b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}}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Quoi &amp; Combien</a:t>
                      </a:r>
                      <a:endParaRPr lang="fr-F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   (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qté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, réf, lot, 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pbm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fr-FR" sz="9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/>
                        <a:t>{{QUI}}</a:t>
                      </a:r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Qui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/>
                        <a:t>{{OU}}</a:t>
                      </a:r>
                      <a:endParaRPr lang="fr-FR" sz="12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Où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/>
                        <a:t>{{QUAND}}</a:t>
                      </a:r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Quand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Comment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pPr marL="0" marR="0" lvl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/>
                        <a:t>{{RECURRENCE}}</a:t>
                      </a:r>
                      <a:endParaRPr lang="fr-FR" sz="12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Récurrence ?</a:t>
                      </a:r>
                    </a:p>
                    <a:p>
                      <a:pPr marL="0" indent="0" algn="ctr">
                        <a:spcBef>
                          <a:spcPts val="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Arial" pitchFamily="34" charset="0"/>
                        <a:buNone/>
                      </a:pP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pbm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, réf, fréquence)  </a:t>
                      </a:r>
                      <a:endParaRPr lang="fr-F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Espace réservé du contenu 1"/>
          <p:cNvSpPr txBox="1">
            <a:spLocks/>
          </p:cNvSpPr>
          <p:nvPr/>
        </p:nvSpPr>
        <p:spPr bwMode="auto">
          <a:xfrm>
            <a:off x="56016" y="3701467"/>
            <a:ext cx="3008646" cy="27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627" tIns="47814" rIns="95627" bIns="47814" numCol="1" anchor="t" anchorCtr="0" compatLnSpc="1">
            <a:prstTxWarp prst="textNoShape">
              <a:avLst/>
            </a:prstTxWarp>
          </a:bodyPr>
          <a:lstStyle>
            <a:lvl1pPr marL="358639" indent="-35863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Wingdings" pitchFamily="2" charset="2"/>
              <a:buChar char="§"/>
              <a:defRPr sz="33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1pPr>
            <a:lvl2pPr marL="777051" indent="-2988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–"/>
              <a:defRPr sz="29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2pPr>
            <a:lvl3pPr marL="1195464" indent="-23909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•"/>
              <a:defRPr sz="25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3pPr>
            <a:lvl4pPr marL="1673649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4pPr>
            <a:lvl5pPr marL="2151835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5pPr>
            <a:lvl6pPr marL="2630020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206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86391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64577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D3/D5 : Plan d’actions 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3863001" y="4742539"/>
            <a:ext cx="674098" cy="369332"/>
            <a:chOff x="3851705" y="4726470"/>
            <a:chExt cx="674098" cy="369332"/>
          </a:xfrm>
        </p:grpSpPr>
        <p:sp>
          <p:nvSpPr>
            <p:cNvPr id="5" name="ZoneTexte 4"/>
            <p:cNvSpPr txBox="1"/>
            <p:nvPr/>
          </p:nvSpPr>
          <p:spPr>
            <a:xfrm>
              <a:off x="3851705" y="4726470"/>
              <a:ext cx="6740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  25           50</a:t>
              </a:r>
            </a:p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100           75</a:t>
              </a:r>
            </a:p>
          </p:txBody>
        </p:sp>
        <p:sp>
          <p:nvSpPr>
            <p:cNvPr id="64" name="Organigramme : Ou 63"/>
            <p:cNvSpPr/>
            <p:nvPr/>
          </p:nvSpPr>
          <p:spPr>
            <a:xfrm flipV="1">
              <a:off x="4059723" y="4802597"/>
              <a:ext cx="236318" cy="217078"/>
            </a:xfrm>
            <a:prstGeom prst="flowChartOr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687302"/>
              </p:ext>
            </p:extLst>
          </p:nvPr>
        </p:nvGraphicFramePr>
        <p:xfrm>
          <a:off x="5219700" y="4673315"/>
          <a:ext cx="5000626" cy="275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84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Pourquoi</a:t>
                      </a:r>
                      <a:r>
                        <a:rPr lang="fr-F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cela est-il apparu ?</a:t>
                      </a:r>
                      <a:endParaRPr lang="fr-F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Pourquoi Non Détecté</a:t>
                      </a:r>
                      <a:r>
                        <a:rPr lang="fr-F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?</a:t>
                      </a:r>
                      <a:endParaRPr lang="fr-F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850">
                <a:tc>
                  <a:txBody>
                    <a:bodyPr/>
                    <a:lstStyle/>
                    <a:p>
                      <a:pPr algn="ctr"/>
                      <a:endParaRPr lang="fr-FR" sz="105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121997" y="51137"/>
            <a:ext cx="31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/>
              </a:rPr>
              <a:t>□□□</a:t>
            </a:r>
            <a:endParaRPr lang="fr-FR" sz="1600" dirty="0"/>
          </a:p>
        </p:txBody>
      </p:sp>
      <p:grpSp>
        <p:nvGrpSpPr>
          <p:cNvPr id="56" name="Groupe 55"/>
          <p:cNvGrpSpPr/>
          <p:nvPr/>
        </p:nvGrpSpPr>
        <p:grpSpPr>
          <a:xfrm>
            <a:off x="3854498" y="3897299"/>
            <a:ext cx="674098" cy="369332"/>
            <a:chOff x="4576387" y="4722601"/>
            <a:chExt cx="674098" cy="369332"/>
          </a:xfrm>
        </p:grpSpPr>
        <p:sp>
          <p:nvSpPr>
            <p:cNvPr id="62" name="ZoneTexte 61"/>
            <p:cNvSpPr txBox="1"/>
            <p:nvPr/>
          </p:nvSpPr>
          <p:spPr>
            <a:xfrm>
              <a:off x="4576387" y="4722601"/>
              <a:ext cx="6740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  25           50</a:t>
              </a:r>
            </a:p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100           75</a:t>
              </a:r>
            </a:p>
          </p:txBody>
        </p:sp>
        <p:sp>
          <p:nvSpPr>
            <p:cNvPr id="67" name="Organigramme : Ou 66"/>
            <p:cNvSpPr/>
            <p:nvPr/>
          </p:nvSpPr>
          <p:spPr>
            <a:xfrm flipV="1">
              <a:off x="4792908" y="4811838"/>
              <a:ext cx="236318" cy="217078"/>
            </a:xfrm>
            <a:prstGeom prst="flowChartOr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8" name="ZoneTexte 67"/>
          <p:cNvSpPr txBox="1"/>
          <p:nvPr/>
        </p:nvSpPr>
        <p:spPr>
          <a:xfrm>
            <a:off x="3844545" y="3773990"/>
            <a:ext cx="68640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Achèvement</a:t>
            </a:r>
            <a:endParaRPr lang="fr-FR" sz="6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5" name="Tableau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35174"/>
              </p:ext>
            </p:extLst>
          </p:nvPr>
        </p:nvGraphicFramePr>
        <p:xfrm>
          <a:off x="1441084" y="90947"/>
          <a:ext cx="3873863" cy="97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731">
                <a:tc gridSpan="2"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Anomalie</a:t>
                      </a:r>
                      <a:r>
                        <a:rPr lang="fr-FR" sz="1400" baseline="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 ou Réclamation</a:t>
                      </a:r>
                      <a:endParaRPr lang="fr-FR" sz="140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529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Reçue le </a:t>
                      </a:r>
                      <a:endParaRPr lang="fr-FR" sz="8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{{FE_DATE}}</a:t>
                      </a:r>
                      <a:endParaRPr lang="fr-FR" sz="800" b="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60">
                <a:tc>
                  <a:txBody>
                    <a:bodyPr/>
                    <a:lstStyle/>
                    <a:p>
                      <a:r>
                        <a:rPr lang="fr-FR" sz="1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Client &amp; Numéro NC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/>
                        <a:t>{{FE_NUMERO}}</a:t>
                      </a:r>
                      <a:br>
                        <a:rPr lang="fr-FR" sz="800" dirty="0"/>
                      </a:br>
                      <a:r>
                        <a:rPr lang="fr-FR" sz="800" dirty="0"/>
                        <a:t>{{CLIENT}}</a:t>
                      </a:r>
                      <a:endParaRPr lang="fr-FR" sz="800" b="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0" name="Connecteur droit 79"/>
          <p:cNvCxnSpPr/>
          <p:nvPr/>
        </p:nvCxnSpPr>
        <p:spPr>
          <a:xfrm>
            <a:off x="5184387" y="4335312"/>
            <a:ext cx="502269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BF6F0B6-2E6B-352A-C05D-1A718F8C2013}"/>
              </a:ext>
            </a:extLst>
          </p:cNvPr>
          <p:cNvCxnSpPr>
            <a:cxnSpLocks/>
          </p:cNvCxnSpPr>
          <p:nvPr/>
        </p:nvCxnSpPr>
        <p:spPr>
          <a:xfrm>
            <a:off x="4428066" y="3701467"/>
            <a:ext cx="0" cy="304428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0691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186</Words>
  <Application>Microsoft Office PowerPoint</Application>
  <PresentationFormat>Personnalisé</PresentationFormat>
  <Paragraphs>66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Lean Status Symbols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Réclamation …………………………………………… (CLIENT – n° anomalie – Référence)</dc:title>
  <dc:creator>Florence Sdraulig</dc:creator>
  <cp:lastModifiedBy>Es-Shih Abdelhak</cp:lastModifiedBy>
  <cp:revision>75</cp:revision>
  <cp:lastPrinted>2019-01-10T17:33:25Z</cp:lastPrinted>
  <dcterms:created xsi:type="dcterms:W3CDTF">2018-05-04T17:49:37Z</dcterms:created>
  <dcterms:modified xsi:type="dcterms:W3CDTF">2026-01-26T14:32:10Z</dcterms:modified>
</cp:coreProperties>
</file>