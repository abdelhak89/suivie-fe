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4" d="100"/>
          <a:sy n="114" d="100"/>
        </p:scale>
        <p:origin x="-12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7C9E7-6C1B-41B5-99EA-B3C1E90AE7D8}" type="datetimeFigureOut">
              <a:rPr lang="fr-FR" smtClean="0"/>
              <a:pPr/>
              <a:t>21/01/2026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F108-EDCA-41F4-A5D9-E6B83F5C5A64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7C9E7-6C1B-41B5-99EA-B3C1E90AE7D8}" type="datetimeFigureOut">
              <a:rPr lang="fr-FR" smtClean="0"/>
              <a:pPr/>
              <a:t>21/01/2026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F108-EDCA-41F4-A5D9-E6B83F5C5A64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7C9E7-6C1B-41B5-99EA-B3C1E90AE7D8}" type="datetimeFigureOut">
              <a:rPr lang="fr-FR" smtClean="0"/>
              <a:pPr/>
              <a:t>21/01/2026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F108-EDCA-41F4-A5D9-E6B83F5C5A64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7C9E7-6C1B-41B5-99EA-B3C1E90AE7D8}" type="datetimeFigureOut">
              <a:rPr lang="fr-FR" smtClean="0"/>
              <a:pPr/>
              <a:t>21/01/2026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F108-EDCA-41F4-A5D9-E6B83F5C5A64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7C9E7-6C1B-41B5-99EA-B3C1E90AE7D8}" type="datetimeFigureOut">
              <a:rPr lang="fr-FR" smtClean="0"/>
              <a:pPr/>
              <a:t>21/01/2026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F108-EDCA-41F4-A5D9-E6B83F5C5A64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7C9E7-6C1B-41B5-99EA-B3C1E90AE7D8}" type="datetimeFigureOut">
              <a:rPr lang="fr-FR" smtClean="0"/>
              <a:pPr/>
              <a:t>21/01/2026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F108-EDCA-41F4-A5D9-E6B83F5C5A64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7C9E7-6C1B-41B5-99EA-B3C1E90AE7D8}" type="datetimeFigureOut">
              <a:rPr lang="fr-FR" smtClean="0"/>
              <a:pPr/>
              <a:t>21/01/2026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F108-EDCA-41F4-A5D9-E6B83F5C5A64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7C9E7-6C1B-41B5-99EA-B3C1E90AE7D8}" type="datetimeFigureOut">
              <a:rPr lang="fr-FR" smtClean="0"/>
              <a:pPr/>
              <a:t>21/01/2026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F108-EDCA-41F4-A5D9-E6B83F5C5A64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7C9E7-6C1B-41B5-99EA-B3C1E90AE7D8}" type="datetimeFigureOut">
              <a:rPr lang="fr-FR" smtClean="0"/>
              <a:pPr/>
              <a:t>21/01/2026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F108-EDCA-41F4-A5D9-E6B83F5C5A64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7C9E7-6C1B-41B5-99EA-B3C1E90AE7D8}" type="datetimeFigureOut">
              <a:rPr lang="fr-FR" smtClean="0"/>
              <a:pPr/>
              <a:t>21/01/2026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F108-EDCA-41F4-A5D9-E6B83F5C5A64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7C9E7-6C1B-41B5-99EA-B3C1E90AE7D8}" type="datetimeFigureOut">
              <a:rPr lang="fr-FR" smtClean="0"/>
              <a:pPr/>
              <a:t>21/01/2026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F108-EDCA-41F4-A5D9-E6B83F5C5A64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F7C9E7-6C1B-41B5-99EA-B3C1E90AE7D8}" type="datetimeFigureOut">
              <a:rPr lang="fr-FR" smtClean="0"/>
              <a:pPr/>
              <a:t>21/01/2026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1F108-EDCA-41F4-A5D9-E6B83F5C5A64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6M.JPG"/>
          <p:cNvPicPr>
            <a:picLocks noChangeAspect="1"/>
          </p:cNvPicPr>
          <p:nvPr/>
        </p:nvPicPr>
        <p:blipFill>
          <a:blip r:embed="rId2" cstate="print"/>
          <a:srcRect l="69596" t="81950"/>
          <a:stretch>
            <a:fillRect/>
          </a:stretch>
        </p:blipFill>
        <p:spPr>
          <a:xfrm>
            <a:off x="-1" y="5517232"/>
            <a:ext cx="3064593" cy="1256744"/>
          </a:xfrm>
          <a:prstGeom prst="rect">
            <a:avLst/>
          </a:prstGeom>
        </p:spPr>
      </p:pic>
      <p:pic>
        <p:nvPicPr>
          <p:cNvPr id="15" name="Image 14" descr="6m kti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8718" y="30772"/>
            <a:ext cx="9144000" cy="53208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Thème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emorin</dc:creator>
  <cp:lastModifiedBy>Elodie Morin</cp:lastModifiedBy>
  <cp:revision>12</cp:revision>
  <dcterms:created xsi:type="dcterms:W3CDTF">2014-11-24T09:48:08Z</dcterms:created>
  <dcterms:modified xsi:type="dcterms:W3CDTF">2026-01-21T09:30:04Z</dcterms:modified>
</cp:coreProperties>
</file>